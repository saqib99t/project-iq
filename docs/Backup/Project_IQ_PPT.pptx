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4" r:id="rId5"/>
    <p:sldId id="269" r:id="rId6"/>
    <p:sldId id="270" r:id="rId7"/>
    <p:sldId id="27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182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680022" y="1097280"/>
            <a:ext cx="5783956" cy="17543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lang="en-US" dirty="0"/>
              <a:t>Project IQ</a:t>
            </a:r>
            <a:br>
              <a:rPr lang="en-US" dirty="0"/>
            </a:br>
            <a:r>
              <a:rPr dirty="0"/>
              <a:t> IT Support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2C3E50"/>
                </a:solidFill>
              </a:defRPr>
            </a:pPr>
            <a:r>
              <a:rPr dirty="0"/>
              <a:t>Transforming IT Helpdesk with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200400"/>
            <a:ext cx="3657600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✨  Advanced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4023360" cy="502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3657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1E3A5F"/>
                </a:solidFill>
              </a:defRPr>
            </a:pPr>
            <a:r>
              <a:t>Chat Interface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Glassmorphism UI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Interactive Charts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File Drag &amp; Drop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YouTube Embeds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4023360" cy="502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0" y="1554480"/>
            <a:ext cx="3657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1E3A5F"/>
                </a:solidFill>
              </a:defRPr>
            </a:pPr>
            <a:r>
              <a:t>Analytics Dashboard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Conversation Stats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Intent Distribution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Configuration Panel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📊  Project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Intents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Slots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Custom Actions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18+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Lines of Code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5,000+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9595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🗺️  Roadmap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7793976" cy="5709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1E3A5F"/>
                </a:solidFill>
              </a:defRPr>
            </a:pPr>
            <a:r>
              <a:rPr dirty="0"/>
              <a:t>Near Term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rPr lang="en-US" dirty="0"/>
              <a:t>Performance Improvements</a:t>
            </a:r>
            <a:br>
              <a:rPr lang="en-US" dirty="0"/>
            </a:br>
            <a:r>
              <a:rPr dirty="0"/>
              <a:t>Mobile App</a:t>
            </a:r>
            <a:r>
              <a:rPr lang="en-US" dirty="0"/>
              <a:t> – Phase 1 Simple like </a:t>
            </a:r>
            <a:r>
              <a:rPr lang="en-US" dirty="0" err="1"/>
              <a:t>ChatGPT</a:t>
            </a:r>
            <a:r>
              <a:rPr lang="en-US" dirty="0"/>
              <a:t> for customers only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endParaRPr lang="en-US" b="1" dirty="0"/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rPr lang="en-US" b="1" dirty="0"/>
              <a:t>Mid Term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rPr lang="en-US" dirty="0"/>
              <a:t>Live Human Agent Handover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rPr lang="en-US" dirty="0"/>
              <a:t>Mobile App – App for Agents, User enhancement where they can see multiple apps as well 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rPr lang="en-US" dirty="0"/>
              <a:t>Reliability and scalability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endParaRPr lang="en-US" b="1" dirty="0"/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rPr lang="en-US" b="1" dirty="0"/>
              <a:t>Long Term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rPr lang="en-US" dirty="0"/>
              <a:t>Voice Input</a:t>
            </a:r>
            <a:endParaRPr lang="en-US" b="1" dirty="0"/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rPr lang="en-US" dirty="0"/>
              <a:t>Auto Resolution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2C3E50"/>
                </a:solidFill>
              </a:defRPr>
            </a:pPr>
            <a:r>
              <a:t>Demo: localhost:5173</a:t>
            </a:r>
          </a:p>
          <a:p>
            <a:pPr algn="ctr">
              <a:defRPr sz="2400">
                <a:solidFill>
                  <a:srgbClr val="2C3E50"/>
                </a:solidFill>
              </a:defRPr>
            </a:pPr>
            <a:endParaRPr/>
          </a:p>
          <a:p>
            <a:pPr algn="ctr">
              <a:defRPr sz="2400">
                <a:solidFill>
                  <a:srgbClr val="2C3E50"/>
                </a:solidFill>
              </a:defRPr>
            </a:pPr>
            <a:r>
              <a:t>Thank you!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200400"/>
            <a:ext cx="3657600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Recent Technical Wins (Jan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Robust NLU: Added 150+ asset-specific training examples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KB Performance: Implemented Admin-side Local Caching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Prevents GLPI overload, reduces API calls by 90%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Immediate page loads for Admins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Enhanced Logging: Custom Tracker Store logging to Postgres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Captures 100% of conversation history for audit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IQ Status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✅ Production Ready: Full Ticket Lifecycle + KB + Analytics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✅ Performance Optimized: Hybrid Search + Caching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✅ Data Secure: Full PostgreSQL Logging &amp; Audit Trail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🚀 Next Focus: Human Hand-over, </a:t>
            </a:r>
            <a:r>
              <a:rPr lang="en-US" dirty="0"/>
              <a:t>Mobile App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227</Words>
  <Application>Microsoft Macintosh PowerPoint</Application>
  <PresentationFormat>On-screen Show (4:3)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azhar zeeshan</cp:lastModifiedBy>
  <cp:revision>5</cp:revision>
  <dcterms:created xsi:type="dcterms:W3CDTF">2013-01-27T09:14:16Z</dcterms:created>
  <dcterms:modified xsi:type="dcterms:W3CDTF">2026-02-27T13:52:33Z</dcterms:modified>
  <cp:category/>
</cp:coreProperties>
</file>