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90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200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680022" y="1097280"/>
            <a:ext cx="5783956" cy="17543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lang="en-US" dirty="0"/>
              <a:t>Project IQ</a:t>
            </a:r>
            <a:br>
              <a:rPr lang="en-US" dirty="0"/>
            </a:br>
            <a:r>
              <a:rPr dirty="0"/>
              <a:t> IT Support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2C3E50"/>
                </a:solidFill>
              </a:defRPr>
            </a:pPr>
            <a:r>
              <a:rPr dirty="0"/>
              <a:t>Transforming IT Helpdesk with AI</a:t>
            </a:r>
          </a:p>
          <a:p>
            <a:pPr algn="ctr">
              <a:defRPr sz="2400">
                <a:solidFill>
                  <a:srgbClr val="2C3E50"/>
                </a:solidFill>
              </a:defRPr>
            </a:pPr>
            <a:endParaRPr dirty="0"/>
          </a:p>
          <a:p>
            <a:pPr algn="ctr">
              <a:defRPr sz="2400">
                <a:solidFill>
                  <a:srgbClr val="2C3E50"/>
                </a:solidFill>
              </a:defRPr>
            </a:pPr>
            <a:r>
              <a:rPr dirty="0"/>
              <a:t>Rasa 3.6 • React • PostgreSQL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200400"/>
            <a:ext cx="3657600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🔧  Technology Stack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Component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NLU Engine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Rasa 3.6 + DIETClassifier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React 19 + Tailwind CSS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Flask REST API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PostgreSQL 18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Integration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rPr dirty="0"/>
                        <a:t>GLPI REST API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🎯  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✅  Ticket Lifecycle Management</a:t>
            </a:r>
          </a:p>
          <a:p>
            <a:pPr>
              <a:spcAft>
                <a:spcPts val="800"/>
              </a:spcAft>
              <a:defRPr sz="2200">
                <a:solidFill>
                  <a:srgbClr val="6C757D"/>
                </a:solidFill>
              </a:defRPr>
            </a:pPr>
            <a:r>
              <a:t>   Create • Check Status • Update • List • Attach Files</a:t>
            </a:r>
          </a:p>
          <a:p>
            <a:pPr>
              <a:spcAft>
                <a:spcPts val="800"/>
              </a:spcAft>
              <a:defRPr sz="1200"/>
            </a:pPr>
            <a:endParaRPr/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✅  GLPI Deep Integration</a:t>
            </a:r>
          </a:p>
          <a:p>
            <a:pPr>
              <a:spcAft>
                <a:spcPts val="800"/>
              </a:spcAft>
              <a:defRPr sz="2200">
                <a:solidFill>
                  <a:srgbClr val="6C757D"/>
                </a:solidFill>
              </a:defRPr>
            </a:pPr>
            <a:r>
              <a:t>   User Auth • Session Tokens • Full API Access</a:t>
            </a:r>
          </a:p>
          <a:p>
            <a:pPr>
              <a:spcAft>
                <a:spcPts val="800"/>
              </a:spcAft>
              <a:defRPr sz="1200"/>
            </a:pPr>
            <a:endParaRPr/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✅  Modern Chat Interface</a:t>
            </a:r>
          </a:p>
          <a:p>
            <a:pPr>
              <a:spcAft>
                <a:spcPts val="800"/>
              </a:spcAft>
              <a:defRPr sz="2200">
                <a:solidFill>
                  <a:srgbClr val="6C757D"/>
                </a:solidFill>
              </a:defRPr>
            </a:pPr>
            <a:r>
              <a:t>   Real-time • Markdown • File Upload • Charts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✨  Advanced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4023360" cy="502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3657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1E3A5F"/>
                </a:solidFill>
              </a:defRPr>
            </a:pPr>
            <a:r>
              <a:t>Chat Interface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Glassmorphism UI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Interactive Charts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File Drag &amp; Drop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YouTube Embeds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371600"/>
            <a:ext cx="4023360" cy="502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37760" y="1554480"/>
            <a:ext cx="3657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1E3A5F"/>
                </a:solidFill>
              </a:defRPr>
            </a:pPr>
            <a:r>
              <a:t>Analytics Dashboard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Conversation Stats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Intent Distribution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Configuration Panel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📊  Project Metrics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Intents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Slots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Custom Actions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18+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Lines of Code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5,000+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⚡  AI Development Speed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Before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After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Gain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API Wrapper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3 days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4 hrs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8×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Chat UI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 week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 day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5×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DB Migration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 day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2 hrs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4×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🔨  Challenges Solved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Problem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Solution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Session Management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Token refresh + retry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Slot Filling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Custom entity mapping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CORS Issues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Middleware config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🎬  Live 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1.  🔐  Login with GLPI credentials</a:t>
            </a:r>
          </a:p>
          <a:p>
            <a:pPr>
              <a:spcAft>
                <a:spcPts val="800"/>
              </a:spcAft>
              <a:defRPr sz="1200"/>
            </a:pPr>
            <a:endParaRPr/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2.  📝  Create ticket via natural language</a:t>
            </a:r>
          </a:p>
          <a:p>
            <a:pPr>
              <a:spcAft>
                <a:spcPts val="800"/>
              </a:spcAft>
              <a:defRPr sz="1200"/>
            </a:pPr>
            <a:endParaRPr/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3.  📊  Check ticket status instantly</a:t>
            </a:r>
          </a:p>
          <a:p>
            <a:pPr>
              <a:spcAft>
                <a:spcPts val="800"/>
              </a:spcAft>
              <a:defRPr sz="1200"/>
            </a:pPr>
            <a:endParaRPr/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4.  📎  Upload file attachments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389080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🗺️  </a:t>
            </a:r>
            <a:r>
              <a:t>Roadmap 202</a:t>
            </a:r>
            <a:r>
              <a:rPr lang="en-US"/>
              <a:t>6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4023360" cy="502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3657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1E3A5F"/>
                </a:solidFill>
              </a:defRPr>
            </a:pPr>
            <a:r>
              <a:t>Q1 - Near Term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Multi-language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Voice Input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Mobile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371600"/>
            <a:ext cx="4023360" cy="502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37760" y="1554480"/>
            <a:ext cx="3657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1E3A5F"/>
                </a:solidFill>
              </a:defRPr>
            </a:pPr>
            <a:r>
              <a:t>Q2+ - Long Term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AI Classification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Sentiment Analysis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Knowledge Base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🖼️  UI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🎨  Glassmorphism - Modern translucent design</a:t>
            </a:r>
          </a:p>
          <a:p>
            <a:pPr>
              <a:spcAft>
                <a:spcPts val="800"/>
              </a:spcAft>
              <a:defRPr sz="1200"/>
            </a:pPr>
            <a:endParaRPr/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📊  Charts - Bar, Pie, Line visualization</a:t>
            </a:r>
          </a:p>
          <a:p>
            <a:pPr>
              <a:spcAft>
                <a:spcPts val="800"/>
              </a:spcAft>
              <a:defRPr sz="1200"/>
            </a:pPr>
            <a:endParaRPr/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📎  Drag &amp; Drop - Easy file uploads</a:t>
            </a:r>
          </a:p>
          <a:p>
            <a:pPr>
              <a:spcAft>
                <a:spcPts val="800"/>
              </a:spcAft>
              <a:defRPr sz="1200"/>
            </a:pPr>
            <a:endParaRPr/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🌙  Dark Mode - Eye-friendly theme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⚔️  vs Competitors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Ours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Zendesk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ServiceNow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GLPI Native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Self-Hosted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Cost/Month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$50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$150+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$500+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💰  Return on Investment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Traditional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AI-Assisted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Savings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Dev Hours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400 hrs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160 hrs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Time to MVP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8 weeks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3 weeks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63%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🏆  Key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⚡  60% faster development</a:t>
            </a:r>
          </a:p>
          <a:p>
            <a:pPr>
              <a:spcAft>
                <a:spcPts val="800"/>
              </a:spcAft>
              <a:defRPr sz="1200"/>
            </a:pPr>
            <a:endParaRPr/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📈  80% less boilerplate code</a:t>
            </a:r>
          </a:p>
          <a:p>
            <a:pPr>
              <a:spcAft>
                <a:spcPts val="800"/>
              </a:spcAft>
              <a:defRPr sz="1200"/>
            </a:pPr>
            <a:endParaRPr/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🎯  Clean, maintainable architecture</a:t>
            </a:r>
          </a:p>
          <a:p>
            <a:pPr>
              <a:spcAft>
                <a:spcPts val="800"/>
              </a:spcAft>
              <a:defRPr sz="1200"/>
            </a:pPr>
            <a:endParaRPr/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🚀  Ready for future expansion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200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2C3E50"/>
                </a:solidFill>
              </a:defRPr>
            </a:pPr>
            <a:r>
              <a:t>Demo: localhost:5173</a:t>
            </a:r>
          </a:p>
          <a:p>
            <a:pPr algn="ctr">
              <a:defRPr sz="2400">
                <a:solidFill>
                  <a:srgbClr val="2C3E50"/>
                </a:solidFill>
              </a:defRPr>
            </a:pPr>
            <a:endParaRPr/>
          </a:p>
          <a:p>
            <a:pPr algn="ctr">
              <a:defRPr sz="2400">
                <a:solidFill>
                  <a:srgbClr val="2C3E50"/>
                </a:solidFill>
              </a:defRPr>
            </a:pPr>
            <a:r>
              <a:t>Thank you!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200400"/>
            <a:ext cx="3657600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Recent Technical Wins (Jan 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Robust NLU: Added 150+ asset-specific training examples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KB Performance: Implemented Admin-side Local Caching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Prevents GLPI overload, reduces API calls by 90%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Immediate page loads for Admins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Enhanced Logging: Custom Tracker Store logging to Postgres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Captures 100% of conversation history for audit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Future Roadmap: AI Estimations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Traditional Est.</a:t>
                      </a:r>
                    </a:p>
                  </a:txBody>
                  <a:tcPr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AI Agent Est.</a:t>
                      </a:r>
                    </a:p>
                  </a:txBody>
                  <a:tcPr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Speedup</a:t>
                      </a:r>
                    </a:p>
                  </a:txBody>
                  <a:tcPr>
                    <a:solidFill>
                      <a:srgbClr val="0A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Voice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3-4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~3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5x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Multi-Lingual (DE/FR)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4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~1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20x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Human Hand-over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3-4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~2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10x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Auto-Resolution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5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~4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6x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Mobile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4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~3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7x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Predictive 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3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~2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8x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IQ Status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✅ Production Ready: Full Ticket Lifecycle + KB + Analytics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✅ Performance Optimized: Hybrid Search + Caching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✅ Data Secure: Full PostgreSQL Logging &amp; Audit Trail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• 🚀 Next Focus: Human Hand-over, Voice Interface &amp; Multi-lingual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546</Words>
  <Application>Microsoft Office PowerPoint</Application>
  <PresentationFormat>On-screen Show (4:3)</PresentationFormat>
  <Paragraphs>183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Saqib Idrees</cp:lastModifiedBy>
  <cp:revision>3</cp:revision>
  <dcterms:created xsi:type="dcterms:W3CDTF">2013-01-27T09:14:16Z</dcterms:created>
  <dcterms:modified xsi:type="dcterms:W3CDTF">2026-02-27T12:55:10Z</dcterms:modified>
  <cp:category/>
</cp:coreProperties>
</file>