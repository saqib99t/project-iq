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GLPI IT Support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Transforming IT Helpdesk with AI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  <a:endParaRPr/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Rasa 3.6 • React •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NLU Engine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Rasa 3.6 + DIETClassifier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React 19 + Tailwind CSS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Flask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PostgreSQL 18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Ticket Lifecycle Management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Create • Check Status • Update • List • Attach Files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GLPI Deep Integration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User Auth • Session Tokens • Full API Access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Modern Chat Interface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Real-time • Markdown • File Upload •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✨  Advanced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Chat Interface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Glassmorphism UI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Interactive Charts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File Drag &amp; Drop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YouTube Embeds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Analytics Dashboard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Conversation Stats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Intent Distribution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Configuration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 Project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Actions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18+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5,000+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⚡  AI Development Speed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API Wrapper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Chat UI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DB Migration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🔨  Challenges Solved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Session Management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Token refresh + retry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 Filling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entity mapping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CORS Issues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Middleware config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🎬 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1.  🔐  Login with GLPI credentials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2.  📝  Create ticket via natural language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3.  📊  Check ticket status instantly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4.  📎  Upload file attachments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890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🗺️  </a:t>
            </a:r>
            <a:r>
              <a:t>Roadmap 202</a:t>
            </a:r>
            <a:r>
              <a:rPr lang="en-US"/>
              <a:t>6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Q1 - Near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Multi-language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Voice Input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Mobile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Q2+ - Long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AI Classification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Sentiment Analysis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Knowledge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🖼️  UI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Glassmorphism - Modern translucent design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📊  Charts - Bar, Pie, Line visualization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📎  Drag &amp; Drop - Easy file uploads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🌙  Dark Mode - Eye-friendly theme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⚔️  vs Competitors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Zendesk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ServiceNow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Self-Hosted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Cost/Month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$150+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 Return on Investment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Dev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400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Time to MVP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🏆 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⚡  60% faster development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📈  80% less boilerplate code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🎯  Clean, maintainable architecture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🚀  Ready for future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Demo: localhost:5173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  <a:endParaRPr/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Recent Technical Wins (Jan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Robust NLU: Added 150+ asset-specific training examples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KB Performance: Implemented Admin-side Local Caching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Prevents GLPI overload, reduces API calls by 90%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Immediate page loads for Admins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Enhanced Logging: Custom Tracker Store logging to Postgres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Captures 100% of conversation history for audit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Roadmap: AI Estimations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Est.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AI Agent Est.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Voice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~3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Multi-Lingual (DE/FR)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~1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Human Hand-over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Auto-Resolution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6x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~3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7x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Predictive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8x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IQ Status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✅ Production Ready: Full Ticket Lifecycle + KB + Analytics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✅ Performance Optimized: Hybrid Search + Caching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✅ Data Secure: Full PostgreSQL Logging &amp; Audit Trail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🚀 Next Focus: Human Hand-over, Voice Interface &amp; Multi-lingual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543</Words>
  <Application>Microsoft Office PowerPoint</Application>
  <PresentationFormat>On-screen Show (4:3)</PresentationFormat>
  <Paragraphs>183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Saqib Idrees</cp:lastModifiedBy>
  <cp:revision>2</cp:revision>
  <dcterms:created xsi:type="dcterms:W3CDTF">2013-01-27T09:14:16Z</dcterms:created>
  <dcterms:modified xsi:type="dcterms:W3CDTF">2026-01-25T20:09:00Z</dcterms:modified>
  <cp:category/>
</cp:coreProperties>
</file>