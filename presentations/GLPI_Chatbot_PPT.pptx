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GLPI IT Support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Transforming IT Helpdesk with AI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Rasa 3.6 • React •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NLU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Rasa 3.6 + DIETClassifier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Flask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Ticket Lifecycle Management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Create • Check Status • Update • List • Attach Files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GLPI Deep Integration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User Auth • Session Tokens • Full API Access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Modern Chat Interface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Real-time • Markdown • File Upload •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Chat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UI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YouTube Embeds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Conversation Stats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Intent Distribution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Configuration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5,000+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 AI Development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Wrapper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 UI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DB Migration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🔨  Challenges Solved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Session Management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Token refresh + retry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 Filling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entity mapping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CORS Issues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Middleware 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1.  🔐  Login with GLPI credentials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2.  📝  Create ticket via natural language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3.  📊  Check ticket status instantly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4.  📎  Upload file attachments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🗺️  Roadmap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Q1 - Near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Multi-language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Voice Input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Q2+ - Long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AI Classification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Sentiment Analysis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Knowledge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🖼️  UI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Glassmorphism - Modern translucent design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Charts - Bar, Pie, Line visualization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📎  Drag &amp; Drop - Easy file uploads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🌙  Dark Mode - Eye-friendly theme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⚔️  vs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Zendesk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Self-Hosted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Cost/Month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$150+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Return on Investment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to MVP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60% faster development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📈  80% less boilerplate code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Clean, maintainable architecture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Ready for future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Demo: localhost:5173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