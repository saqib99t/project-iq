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Project IQ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Intelligent IT Support Automation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Rasa 3.6 • React •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NLU Engine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Rasa 3.6 + DIETClassifier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React 19 + Tailwind CSS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Flask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PostgreSQL 18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Smart Form Inference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Auto-detects Hardware/Network issues from text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Single-Message Creation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"Urgent, my printer is jammed" (One-shot)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Ticket Lifecycle Management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Create • Check Status • Update • List • Attach Files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Modern Chat Interface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Real-time • Markdown •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Chat Interface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Glassmorphism UI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Interactive Charts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File Drag &amp; Drop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YouTube Embeds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Analytics Dashboard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Conversation Stats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Intent Distribution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Configuration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 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18+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5,200+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⚡  AI Development Speed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API Wrapper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Chat UI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Bug Fixing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hr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🔨  Challenges Solved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Rule Conflicts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Cleaned Stories + Relaxed Policy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Metadata Errors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Defensive Coding in Action Server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Confirmation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Specific Affirm Rules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🎬 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1.  🔐  Login (Stable &amp; Verified)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2.  📝  Smart Ticket Creation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"Urgent, printer jammed" -&gt; KB Check -&gt; Form -&gt; Confirm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3.  🛑  Cancellation Capability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Stop at any point with "Cancel"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4.  📊  Check Status &amp; List Tickets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🗺️  Roadmap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Q1 - Generative &amp; Proactive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RAG Knowledge Base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Proactive Systems Alerts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Human Agent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Q2 - Omnichannel &amp; Voice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MS Teams Integration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Voice Input (Whisper)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Sentiment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🖼️  UI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Glassmorphism - Modern translucent design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📊  Charts - Bar, Pie, Line visualization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📎  Drag &amp; Drop - Easy file uploads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🌙  Dark Mode - Eye-friendly theme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⚔️  vs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Project IQ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Zendesk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ServiceNow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Self-Hosted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Cost/Month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$150+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 Return on Investment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400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Time to MVP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⚡  Stable, Reliable Core Flows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📈  Zero Fallback on Commands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🎯  Intelligent Intent &amp; Entity Extraction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🚀  Ready for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📋  Next To 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 Time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Your Time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RAG Knowledge Base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~2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 hr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Human Agent Handoff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~1.5 hrs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~30 min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MS Teams / Slack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~35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~30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🟡 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Proactive Alerts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~1.5 hrs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~30 min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🟡 High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Voice Input (STT)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 hr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~15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🟢 Medium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Image OCR/Vision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~1.5 hrs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~30 min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🟢 Medium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Sentiment Analysis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 hr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~15 min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🟢 Medium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Project IQ Chatbot Demo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