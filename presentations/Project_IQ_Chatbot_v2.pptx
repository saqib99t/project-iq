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Project IQ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Intelligent IT Support Automation</a:t>
            </a:r>
          </a:p>
          <a:p>
            <a:pPr algn="ctr">
              <a:defRPr sz="2400">
                <a:solidFill>
                  <a:srgbClr val="2C3E50"/>
                </a:solidFill>
              </a:defRPr>
            </a:pPr>
          </a:p>
          <a:p>
            <a:pPr algn="ctr">
              <a:defRPr sz="2400">
                <a:solidFill>
                  <a:srgbClr val="2C3E50"/>
                </a:solidFill>
              </a:defRPr>
            </a:pPr>
            <a:r>
              <a:t>Rasa 3.6 • React •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36576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🔧  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NLU Engine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Rasa 3.6 + DIETClassifier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React 19 + Tailwind CSS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Flask REST API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PostgreSQL 18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GLPI REST API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Web Server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Nginx Reverse Proxy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Smart Form Inference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Auto-detects Hardware/Network issues from text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Single-Message Ticket Creation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"Urgent, printer jammed" → Category + Priority + KB Search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Full Ticket Lifecycle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Create • Check Status • Update • List • Attach Files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Knowledge Base Search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Searches KB before ticket creation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✨  Chat Widget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User Interface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Glassmorphism Design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Interactive Charts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File Drag &amp; Drop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Session Persistence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Conversation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Multi-turn Dialogs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Button Suggestions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Satisfaction Ratings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Guard Rails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🛠️  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📊  Analytics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Conversations • Messages • Intent Charts • Feedback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🔍  Inspector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Real-time debugging • NLU Tester • Slot Viewer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🎨  Themes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Visual customization • Live preview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📡  Observability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Service health • Logs • Memory usage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🔎  Chat History Filters (NEW)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Filter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Options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User Search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Name, ID, sender_id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App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IT, HR, Accounting, General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Ticket Status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Created, Updated, Pending, Resolved, Closed, None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Time Period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24h, 7 Days, 30 Days, 90 Days, All Time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📊  Project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Intents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30+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Slots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Custom Actions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22+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Lines of Code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8,000+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Admin Pages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5 (Analytics, Inspector, Themes, Studio, Config)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⚡  AI Development Speed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AI-Assisted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Admin Dashboard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2-3 weeks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6 hours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15×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Chat Filters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 week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 hours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20×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API Wrapper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3 days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 hours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8×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Bug Fixing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 days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 hour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16×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�️  Future Roadmap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AI Effort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Multi-Lingual (DE, FR)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~8 hours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🔴 High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Multi-Tenant SaaS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~22 hours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🔴 High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Guest User Mode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~3 hours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🟡 Medium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Mobile Widget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~4 hours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🟡 Medium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RAG Knowledge Base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~2 hours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🟢 Low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Voice Input (STT)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~1 hour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🟢 Low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�  Multi-Lingual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🌍  German &amp; French Language Support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📝  NLU Training Data (2 hrs)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Intent examples in DE, FR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�  Response Templates (1.5 hrs)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Localized bot responses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🎨  Widget Localization (1.5 hrs)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UI text translation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🏗️  Multi-Tenant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🏢  SaaS Platform Transformation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🔐  Complete Data Isolation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Per-tenant database schema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🎨  Custom Branding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Themes, logos per tenant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📊  Usage Tracking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Billing &amp; limits per tenant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🎬  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1.  🔐  Login (Stable &amp; Verified)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2.  �  Smart Ticket Creation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"Urgent, printer jammed" → KB Check → Form → Confirm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3.  📊  Admin Dashboard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Analytics • Inspector • Themes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4.  🔎  Advanced Filters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Filter by User, App, Status, Date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💰  Return on Investment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AI-Assisted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Dev Hours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400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120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Time to MVP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8 weeks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 weeks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Features Delivered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Core only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Core + Admin + Filters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3×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🏆  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⚡  Stable, Reliable Core Flows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📈  Full Admin Dashboard with Analytics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�  Advanced Conversation Filtering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🎯  Intelligent Intent &amp; Entity Extraction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🚀  Production Ready with PostgreSQL + Nginx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Project IQ Chatbot Demo</a:t>
            </a:r>
          </a:p>
          <a:p>
            <a:pPr algn="ctr">
              <a:defRPr sz="2400">
                <a:solidFill>
                  <a:srgbClr val="2C3E50"/>
                </a:solidFill>
              </a:defRPr>
            </a:pPr>
          </a:p>
          <a:p>
            <a:pPr algn="ctr">
              <a:defRPr sz="2400">
                <a:solidFill>
                  <a:srgbClr val="2C3E50"/>
                </a:solidFill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36576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