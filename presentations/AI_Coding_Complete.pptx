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AI-Assisted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Tools, Techniques &amp; Best Practices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Developer Guide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🤖  Why AI Coding?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🚀  5-10× faster development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🎯  Consistent quality &amp; patterns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📚  Learn new frameworks quickly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🐛  Debug issues in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💻  AI-Powered IDEs &amp; Editors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Key Strength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Full AI development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Multi-file editing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Windsurf (Codeium)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Fast AI coding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Flow feature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Antigravity (Google)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Agentic development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Full project context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GitHub Copilot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Code autocomplete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VS Code/JetBrains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Replit Agent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Full app generation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Browser-based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💬  AI Chatbots &amp; Assistants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Key Strength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Claude (Anthropic)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Architecture, debugging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200K context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ChatGPT / GPT-4o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General coding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Code interpreter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Google Gemini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Multimodal, research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1M+ context, free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Microsoft Copilot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Office + coding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Free, Bing search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Perplexity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Documentation lookup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Real-time web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🏗️  AI App Builders (No/Low Code)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Key Strength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v0.dev (Vercel)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UI components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React/Next.js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Bolt.new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Full-stack apps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Instant preview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Lovable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Complete apps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End-to-end dev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Devin (Cognition)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Autonomous dev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Plans &amp; codes alone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🔧  Specialized AI Tools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Amazon CodeWhisperer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AWS dev + security scan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Tabnine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Enterprise, on-premise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Cody (Sourcegraph)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Large codebase search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Codium AI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Test generation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Aider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Git-aware terminal AI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Blackbox AI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Code search &amp; generation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 Which Tool for Which Task?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📝  Writing Code → Cursor, Copilot, Windsurf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🏗️  Full App Generation → Replit, Bolt.new, v0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🔍  Debugging → Claude, ChatGPT, Gemini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📚  Learning → ChatGPT, Gemini, Phind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🎨  UI Generation → v0.dev, Bolt.new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💪  How AI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⚡  Rapid Prototyping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Scaffold projects in minutes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🔧  Complex Problems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Debug integrations faster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📋  Code Quality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Consistent patterns throughout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📂  AI for Existing Code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AI Helps With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Understanding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Explain functions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Refactoring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Modernize code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Bug Fixing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Trace issues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Generate docs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💬  Effective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GOOD PROMPT: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"Fix the user_id slot mapping in Rasa 3.6"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❌  BAD PROMPT:</a:t>
            </a:r>
          </a:p>
          <a:p>
            <a:pPr>
              <a:spcAft>
                <a:spcPts val="800"/>
              </a:spcAft>
              <a:defRPr sz="2200">
                <a:solidFill>
                  <a:srgbClr val="6C757D"/>
                </a:solidFill>
              </a:defRPr>
            </a:pPr>
            <a:r>
              <a:t>   "Fix my code"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💡  Include: Context, versions, examples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⚠️  Common Issues &amp; Fixes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Hallucinated APIs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Verify in docs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Outdated Code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Specify versions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Security Gaps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Always review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Over-Engineering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Ask for minimal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👍  Best Practices -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Be specific with prompts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Provide context always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Iterate in small steps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✅  Review all generated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👎  Best Practices - DON'T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❌  Blindly copy-paste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❌  Skip testing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❌  Over-rely on AI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❌  Share API keys or secrets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🔒  Security Considerations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Concern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Code Privacy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Enterprise versions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API Keys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Never share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IP Ownership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Check 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SOC2 vendors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👥  Team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3498DB"/>
                </a:solidFill>
              </a:defRPr>
            </a:pPr>
            <a:r>
              <a:t>New Skills Needed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Prompt engineering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AI output review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Tool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4023360" cy="502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3498DB"/>
                </a:solidFill>
              </a:defRPr>
            </a:pPr>
            <a:r>
              <a:t>Productivity Gains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40% faster reviews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Days not weeks</a:t>
            </a:r>
          </a:p>
          <a:p>
            <a:pPr>
              <a:spcAft>
                <a:spcPts val="600"/>
              </a:spcAft>
              <a:defRPr sz="2200">
                <a:solidFill>
                  <a:srgbClr val="6C757D"/>
                </a:solidFill>
              </a:defRPr>
            </a:pPr>
            <a:r>
              <a:t>• 24/7 pair programmer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💰  Typical ROI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84124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Gain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Dev Hours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160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MVP Time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8 wks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3 wks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C3E50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E9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1️⃣  AI accelerates, doesn't replace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2️⃣  Clear prompts = better output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3️⃣  Always review and test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600">
                <a:solidFill>
                  <a:srgbClr val="2C3E50"/>
                </a:solidFill>
              </a:defRPr>
            </a:pPr>
            <a:r>
              <a:t>4️⃣  Keep learning - tools evolve fast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Start small • Iterate fast • Always review</a:t>
            </a:r>
          </a:p>
          <a:p>
            <a:pPr algn="ctr">
              <a:defRPr sz="2400">
                <a:solidFill>
                  <a:srgbClr val="2C3E50"/>
                </a:solidFill>
              </a:defRPr>
            </a:pPr>
          </a:p>
          <a:p>
            <a:pPr algn="ctr">
              <a:defRPr sz="2400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3657600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