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Project IQ - IT Support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FAFB"/>
                </a:solidFill>
              </a:defRPr>
            </a:pPr>
            <a:r>
              <a:t>AI-Powered Conversational Interface for GLPI Ticketing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Project IQ?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🎫 Create Tickets - Natural language ticket creation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📋 View &amp; Track - Real-time ticket status and history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🔍 Knowledge Base - Search articles before creating tickets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📊 Analytics - Comprehensive conversation analytics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🛠️ Admin Dashboard - Full management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Features (Completed ✅)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🎫 Create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Natural language → GLPI ticket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📋 List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View all open/closed tickets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🔍 Check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Real-time ticket lookup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✏️ Update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Add comments, change 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📎 File Attachments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Upload files to tickets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📚 KB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Search before ticket creation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📊 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Visual ticket statistics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⭐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1-5 star feedback collection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Admin Dashboard (Completed 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📊 Analytics - Conversations, messages, feedback metrics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🔍 Inspector - Real-time conversation debugging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🎨 Themes - Visual customization with live preview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⚙️ Configuration - GLPI and widget settings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🔎 Chat Filters - User, App, Status, Date filters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📈 Charts - Intent distribution, feedback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Observability &amp; Studio (Completed 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📡 Real-Time Monitoring - Rasa Core, Action Server, Database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📝 Log Viewer - Filtered log analysis with search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🚀 One-Click Training - Train models from dashboard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✏️ NLU Editor - View/edit training intents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📖 Stories &amp; Rules - Visualize conversation flows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💬 Response Editor - Edit bot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Roadmap with AI Effort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AI Effort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🌍 Multi-Lingual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🏢 Multi-Tenant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~22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📱 Mobile Widget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🔔 Push 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📈 Advanced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🤖 AI Intent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~6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Multi-Lingual Implementation (~8 hours)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NLU 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German &amp; French intents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Response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Localized responses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Language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Auto-detect language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Widget 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UI translation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Admin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Dashboard i18n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Testing &amp; Polish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QA and fixes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Multi-Tenant Implementation (~22 hours)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Database &amp;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Tenant isolation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Multi-tenant auth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API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Tenant-aware APIs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Admin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Tenant management UI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Widget &amp; 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Tenant branding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Usage tracking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Testing &amp; Polish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Security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Traditional vs AI-Assisted Development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Multi-Lingual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Multi-Tenant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7-8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Admin Dashboard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2-3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15x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Chat History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20x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AI/NLU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Rasa Open Source 3.6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Python, Flask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React, TailwindCSS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Chart.js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GLPI REST API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Nginx, Docker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✅ Complete GLPI Integration - Full ticket lifecycle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✅ Smart AI Understanding - 30+ intents, entity extraction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✅ Modern Admin Dashboard - Analytics, Inspector, Studio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✅ Production Ready - PostgreSQL, Nginx, Error handling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🔜 Coming Soon - Multi-lingual, Multi-tenant, Mobile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🚀 10x+ Development Speed with AI Agent Assistance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