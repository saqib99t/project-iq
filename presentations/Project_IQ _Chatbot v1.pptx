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Project IQ - Service 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Transforming IT Helpdesk with AI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Rasa 3.6 • React •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NLU Engine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Rasa 3.6 + DIETClassifier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React 19 + Tailwind CSS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Flask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PostgreSQL 18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Ticket Lifecycle Management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Create • Check Status • Update • List • Attach Files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GLPI Deep Integration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User Auth • Session Tokens • Full API Access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Modern Chat Interface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Real-time • Markdown • File Upload •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Chat Interface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Glassmorphism UI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Interactive Charts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File Drag &amp; Drop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YouTube Embeds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Analytics Dashboard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Conversation Stats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Intent Distribution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Configuration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 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18+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5,000+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⚡  AI Development Speed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API Wrapper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Chat UI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DB Migration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🔨  Challenges Solved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Session Management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Token refresh + retry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 Filling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entity mapping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CORS Issues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Middleware config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🎬 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1.  🔐  Login with GLPI credentials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2.  📝  Create ticket via natural language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3.  📊  Check ticket status instantly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4.  📎  Upload file attachments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🗺️  Roadmap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Q1 - Near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Multi-language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Voice Input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Q2+ - Long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AI Classification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Sentiment Analysis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Knowledge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🖼️  UI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Glassmorphism - Modern translucent design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📊  Charts - Bar, Pie, Line visualization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📎  Drag &amp; Drop - Easy file uploads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🌙  Dark Mode - Eye-friendly theme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⚔️  vs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Zendesk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ServiceNow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Self-Hosted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Cost/Month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$150+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 Return on Investment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400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Time to MVP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⚡  60% faster development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📈  80% less boilerplate code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🎯  Clean, maintainable architecture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🚀  Ready for future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Demo: localhost:5173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